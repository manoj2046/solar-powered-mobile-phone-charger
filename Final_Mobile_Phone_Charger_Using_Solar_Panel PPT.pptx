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3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EBBE7A-3139-40E2-9F8B-16EFE228904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5C4FAB-6508-429E-AA02-E780CE74FDBF}">
      <dgm:prSet/>
      <dgm:spPr/>
      <dgm:t>
        <a:bodyPr/>
        <a:lstStyle/>
        <a:p>
          <a:r>
            <a:rPr lang="en-US" dirty="0"/>
            <a:t>Solar panel </a:t>
          </a:r>
        </a:p>
      </dgm:t>
    </dgm:pt>
    <dgm:pt modelId="{013728CE-81DF-4768-AEC6-F89BD8227C0F}" type="parTrans" cxnId="{53AFAC0E-634F-495B-BF28-2ACFE99DC644}">
      <dgm:prSet/>
      <dgm:spPr/>
      <dgm:t>
        <a:bodyPr/>
        <a:lstStyle/>
        <a:p>
          <a:endParaRPr lang="en-US"/>
        </a:p>
      </dgm:t>
    </dgm:pt>
    <dgm:pt modelId="{3027D564-0811-49D1-9F9E-4B7C5A73C259}" type="sibTrans" cxnId="{53AFAC0E-634F-495B-BF28-2ACFE99DC644}">
      <dgm:prSet/>
      <dgm:spPr/>
      <dgm:t>
        <a:bodyPr/>
        <a:lstStyle/>
        <a:p>
          <a:endParaRPr lang="en-US"/>
        </a:p>
      </dgm:t>
    </dgm:pt>
    <dgm:pt modelId="{E7D39A9E-0D29-415D-92BB-689759D2B444}">
      <dgm:prSet/>
      <dgm:spPr/>
      <dgm:t>
        <a:bodyPr/>
        <a:lstStyle/>
        <a:p>
          <a:r>
            <a:rPr lang="en-US" dirty="0"/>
            <a:t>Regulator/charger module</a:t>
          </a:r>
        </a:p>
      </dgm:t>
    </dgm:pt>
    <dgm:pt modelId="{F6B0D96C-8237-4E3E-9E4E-2ACB829C9E14}" type="parTrans" cxnId="{673C8F03-20F8-41DF-9C95-088D95072A99}">
      <dgm:prSet/>
      <dgm:spPr/>
      <dgm:t>
        <a:bodyPr/>
        <a:lstStyle/>
        <a:p>
          <a:endParaRPr lang="en-US"/>
        </a:p>
      </dgm:t>
    </dgm:pt>
    <dgm:pt modelId="{CE908FF7-5BC1-494E-9200-4FCCFDF4F8AD}" type="sibTrans" cxnId="{673C8F03-20F8-41DF-9C95-088D95072A99}">
      <dgm:prSet/>
      <dgm:spPr/>
      <dgm:t>
        <a:bodyPr/>
        <a:lstStyle/>
        <a:p>
          <a:endParaRPr lang="en-US"/>
        </a:p>
      </dgm:t>
    </dgm:pt>
    <dgm:pt modelId="{06E736E2-D420-4846-94CE-5977A96E4731}">
      <dgm:prSet/>
      <dgm:spPr/>
      <dgm:t>
        <a:bodyPr/>
        <a:lstStyle/>
        <a:p>
          <a:r>
            <a:rPr lang="en-US" dirty="0"/>
            <a:t>USB output / connector.</a:t>
          </a:r>
        </a:p>
      </dgm:t>
    </dgm:pt>
    <dgm:pt modelId="{57D56348-86D3-4A3F-82E3-598B46FA8FB8}" type="parTrans" cxnId="{426002BB-6AD5-433E-AF8F-AA8638A5ACDA}">
      <dgm:prSet/>
      <dgm:spPr/>
      <dgm:t>
        <a:bodyPr/>
        <a:lstStyle/>
        <a:p>
          <a:endParaRPr lang="en-US"/>
        </a:p>
      </dgm:t>
    </dgm:pt>
    <dgm:pt modelId="{00787EC2-6159-47DA-AEF6-1BE4C657D9AD}" type="sibTrans" cxnId="{426002BB-6AD5-433E-AF8F-AA8638A5ACDA}">
      <dgm:prSet/>
      <dgm:spPr/>
      <dgm:t>
        <a:bodyPr/>
        <a:lstStyle/>
        <a:p>
          <a:endParaRPr lang="en-US"/>
        </a:p>
      </dgm:t>
    </dgm:pt>
    <dgm:pt modelId="{961D83E8-0D0F-4A08-93D5-2A6FDF7BE8D5}">
      <dgm:prSet/>
      <dgm:spPr/>
      <dgm:t>
        <a:bodyPr/>
        <a:lstStyle/>
        <a:p>
          <a:r>
            <a:rPr lang="en-US"/>
            <a:t>Wires, connectors &amp; enclosure — for mechanical support and safety.</a:t>
          </a:r>
        </a:p>
      </dgm:t>
    </dgm:pt>
    <dgm:pt modelId="{AA894AE0-BE0B-40CC-835A-61CFC9E5DCAF}" type="parTrans" cxnId="{83FEAE26-2213-4CCC-8929-FCB09A055E47}">
      <dgm:prSet/>
      <dgm:spPr/>
      <dgm:t>
        <a:bodyPr/>
        <a:lstStyle/>
        <a:p>
          <a:endParaRPr lang="en-US"/>
        </a:p>
      </dgm:t>
    </dgm:pt>
    <dgm:pt modelId="{40CD2E9F-38EF-4B1E-84F7-A307413F324D}" type="sibTrans" cxnId="{83FEAE26-2213-4CCC-8929-FCB09A055E47}">
      <dgm:prSet/>
      <dgm:spPr/>
      <dgm:t>
        <a:bodyPr/>
        <a:lstStyle/>
        <a:p>
          <a:endParaRPr lang="en-US"/>
        </a:p>
      </dgm:t>
    </dgm:pt>
    <dgm:pt modelId="{0DDC372D-D312-4758-9F86-E0389E2C235D}" type="pres">
      <dgm:prSet presAssocID="{FBEBBE7A-3139-40E2-9F8B-16EFE228904E}" presName="linear" presStyleCnt="0">
        <dgm:presLayoutVars>
          <dgm:animLvl val="lvl"/>
          <dgm:resizeHandles val="exact"/>
        </dgm:presLayoutVars>
      </dgm:prSet>
      <dgm:spPr/>
    </dgm:pt>
    <dgm:pt modelId="{B10B2396-891B-471A-A2E7-B13C31EB095D}" type="pres">
      <dgm:prSet presAssocID="{E85C4FAB-6508-429E-AA02-E780CE74FD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E717AD-2E67-4C9E-96A2-576A301B929C}" type="pres">
      <dgm:prSet presAssocID="{3027D564-0811-49D1-9F9E-4B7C5A73C259}" presName="spacer" presStyleCnt="0"/>
      <dgm:spPr/>
    </dgm:pt>
    <dgm:pt modelId="{095EBF66-57DD-489B-8644-04D6BAF98A20}" type="pres">
      <dgm:prSet presAssocID="{E7D39A9E-0D29-415D-92BB-689759D2B4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1E1626-A649-4F55-AB53-3D098BC03153}" type="pres">
      <dgm:prSet presAssocID="{CE908FF7-5BC1-494E-9200-4FCCFDF4F8AD}" presName="spacer" presStyleCnt="0"/>
      <dgm:spPr/>
    </dgm:pt>
    <dgm:pt modelId="{046E6B8E-4B2C-47C9-9338-52121A5BEEE2}" type="pres">
      <dgm:prSet presAssocID="{06E736E2-D420-4846-94CE-5977A96E4731}" presName="parentText" presStyleLbl="node1" presStyleIdx="2" presStyleCnt="4" custLinFactNeighborY="-53272">
        <dgm:presLayoutVars>
          <dgm:chMax val="0"/>
          <dgm:bulletEnabled val="1"/>
        </dgm:presLayoutVars>
      </dgm:prSet>
      <dgm:spPr/>
    </dgm:pt>
    <dgm:pt modelId="{4AE32055-BF80-4C51-A330-3E64E528BB53}" type="pres">
      <dgm:prSet presAssocID="{00787EC2-6159-47DA-AEF6-1BE4C657D9AD}" presName="spacer" presStyleCnt="0"/>
      <dgm:spPr/>
    </dgm:pt>
    <dgm:pt modelId="{6B45738F-2097-4BE8-950D-8D05C439122A}" type="pres">
      <dgm:prSet presAssocID="{961D83E8-0D0F-4A08-93D5-2A6FDF7BE8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3C8F03-20F8-41DF-9C95-088D95072A99}" srcId="{FBEBBE7A-3139-40E2-9F8B-16EFE228904E}" destId="{E7D39A9E-0D29-415D-92BB-689759D2B444}" srcOrd="1" destOrd="0" parTransId="{F6B0D96C-8237-4E3E-9E4E-2ACB829C9E14}" sibTransId="{CE908FF7-5BC1-494E-9200-4FCCFDF4F8AD}"/>
    <dgm:cxn modelId="{53AFAC0E-634F-495B-BF28-2ACFE99DC644}" srcId="{FBEBBE7A-3139-40E2-9F8B-16EFE228904E}" destId="{E85C4FAB-6508-429E-AA02-E780CE74FDBF}" srcOrd="0" destOrd="0" parTransId="{013728CE-81DF-4768-AEC6-F89BD8227C0F}" sibTransId="{3027D564-0811-49D1-9F9E-4B7C5A73C259}"/>
    <dgm:cxn modelId="{63D2AD11-4A07-495A-BC42-BA94C2BC8BD1}" type="presOf" srcId="{FBEBBE7A-3139-40E2-9F8B-16EFE228904E}" destId="{0DDC372D-D312-4758-9F86-E0389E2C235D}" srcOrd="0" destOrd="0" presId="urn:microsoft.com/office/officeart/2005/8/layout/vList2"/>
    <dgm:cxn modelId="{83FEAE26-2213-4CCC-8929-FCB09A055E47}" srcId="{FBEBBE7A-3139-40E2-9F8B-16EFE228904E}" destId="{961D83E8-0D0F-4A08-93D5-2A6FDF7BE8D5}" srcOrd="3" destOrd="0" parTransId="{AA894AE0-BE0B-40CC-835A-61CFC9E5DCAF}" sibTransId="{40CD2E9F-38EF-4B1E-84F7-A307413F324D}"/>
    <dgm:cxn modelId="{1A33A527-5E27-4EFD-826D-94627E76715C}" type="presOf" srcId="{E85C4FAB-6508-429E-AA02-E780CE74FDBF}" destId="{B10B2396-891B-471A-A2E7-B13C31EB095D}" srcOrd="0" destOrd="0" presId="urn:microsoft.com/office/officeart/2005/8/layout/vList2"/>
    <dgm:cxn modelId="{AA7F882B-680C-4531-9042-1F49A63C7A60}" type="presOf" srcId="{06E736E2-D420-4846-94CE-5977A96E4731}" destId="{046E6B8E-4B2C-47C9-9338-52121A5BEEE2}" srcOrd="0" destOrd="0" presId="urn:microsoft.com/office/officeart/2005/8/layout/vList2"/>
    <dgm:cxn modelId="{B8DE4661-F64D-475D-80F3-CD365099182A}" type="presOf" srcId="{E7D39A9E-0D29-415D-92BB-689759D2B444}" destId="{095EBF66-57DD-489B-8644-04D6BAF98A20}" srcOrd="0" destOrd="0" presId="urn:microsoft.com/office/officeart/2005/8/layout/vList2"/>
    <dgm:cxn modelId="{AF1B2679-133F-4BF2-80F3-23A0B521BD96}" type="presOf" srcId="{961D83E8-0D0F-4A08-93D5-2A6FDF7BE8D5}" destId="{6B45738F-2097-4BE8-950D-8D05C439122A}" srcOrd="0" destOrd="0" presId="urn:microsoft.com/office/officeart/2005/8/layout/vList2"/>
    <dgm:cxn modelId="{426002BB-6AD5-433E-AF8F-AA8638A5ACDA}" srcId="{FBEBBE7A-3139-40E2-9F8B-16EFE228904E}" destId="{06E736E2-D420-4846-94CE-5977A96E4731}" srcOrd="2" destOrd="0" parTransId="{57D56348-86D3-4A3F-82E3-598B46FA8FB8}" sibTransId="{00787EC2-6159-47DA-AEF6-1BE4C657D9AD}"/>
    <dgm:cxn modelId="{FB8BD219-5A74-40B5-8850-1692E0B6BC72}" type="presParOf" srcId="{0DDC372D-D312-4758-9F86-E0389E2C235D}" destId="{B10B2396-891B-471A-A2E7-B13C31EB095D}" srcOrd="0" destOrd="0" presId="urn:microsoft.com/office/officeart/2005/8/layout/vList2"/>
    <dgm:cxn modelId="{5B9207DA-EFDA-448A-A703-F6C3213EE0F4}" type="presParOf" srcId="{0DDC372D-D312-4758-9F86-E0389E2C235D}" destId="{FFE717AD-2E67-4C9E-96A2-576A301B929C}" srcOrd="1" destOrd="0" presId="urn:microsoft.com/office/officeart/2005/8/layout/vList2"/>
    <dgm:cxn modelId="{8B0D1CAF-6C6A-43FF-BCF3-BB656B33F4C3}" type="presParOf" srcId="{0DDC372D-D312-4758-9F86-E0389E2C235D}" destId="{095EBF66-57DD-489B-8644-04D6BAF98A20}" srcOrd="2" destOrd="0" presId="urn:microsoft.com/office/officeart/2005/8/layout/vList2"/>
    <dgm:cxn modelId="{1EF0E2A6-A0D1-4D40-90D5-46DC291E42BE}" type="presParOf" srcId="{0DDC372D-D312-4758-9F86-E0389E2C235D}" destId="{B51E1626-A649-4F55-AB53-3D098BC03153}" srcOrd="3" destOrd="0" presId="urn:microsoft.com/office/officeart/2005/8/layout/vList2"/>
    <dgm:cxn modelId="{E867736D-F297-4071-AB8C-FE8CC4DB507E}" type="presParOf" srcId="{0DDC372D-D312-4758-9F86-E0389E2C235D}" destId="{046E6B8E-4B2C-47C9-9338-52121A5BEEE2}" srcOrd="4" destOrd="0" presId="urn:microsoft.com/office/officeart/2005/8/layout/vList2"/>
    <dgm:cxn modelId="{AD712832-2B89-4E7B-9D6E-4E066FC273AE}" type="presParOf" srcId="{0DDC372D-D312-4758-9F86-E0389E2C235D}" destId="{4AE32055-BF80-4C51-A330-3E64E528BB53}" srcOrd="5" destOrd="0" presId="urn:microsoft.com/office/officeart/2005/8/layout/vList2"/>
    <dgm:cxn modelId="{60E65BA0-D2AA-4017-A5EE-A00AD4C1A41B}" type="presParOf" srcId="{0DDC372D-D312-4758-9F86-E0389E2C235D}" destId="{6B45738F-2097-4BE8-950D-8D05C43912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1F8C25-1D59-4619-B4E7-0C6A08C8E7B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EE689E4A-B3E8-4FA3-A876-958A0FEE83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Solar panel: Converts sunlight into DC. Your panel is rated ~5V / 1A — suitable for small charging tasks.</a:t>
          </a:r>
        </a:p>
      </dgm:t>
    </dgm:pt>
    <dgm:pt modelId="{B1374353-0809-462E-B2E4-21128B455A17}" type="parTrans" cxnId="{82B55A52-A8DA-4E09-A975-BBCABD2A0DEE}">
      <dgm:prSet/>
      <dgm:spPr/>
      <dgm:t>
        <a:bodyPr/>
        <a:lstStyle/>
        <a:p>
          <a:endParaRPr lang="en-US"/>
        </a:p>
      </dgm:t>
    </dgm:pt>
    <dgm:pt modelId="{0828B83F-33A8-4E64-94EB-0689B428563C}" type="sibTrans" cxnId="{82B55A52-A8DA-4E09-A975-BBCABD2A0DEE}">
      <dgm:prSet/>
      <dgm:spPr/>
      <dgm:t>
        <a:bodyPr/>
        <a:lstStyle/>
        <a:p>
          <a:endParaRPr lang="en-US"/>
        </a:p>
      </dgm:t>
    </dgm:pt>
    <dgm:pt modelId="{7DFA081E-2F32-4629-93AD-EAFBB1024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TP4056-based module: A CC/CV linear charger for batteries. Provides safe charging and usually includes ICs (DW01 + FS8205A).</a:t>
          </a:r>
        </a:p>
      </dgm:t>
    </dgm:pt>
    <dgm:pt modelId="{D4BE99DB-B468-4913-B181-50E1CC60EE9B}" type="parTrans" cxnId="{1D18220F-5F46-4AA4-9383-3841EB337314}">
      <dgm:prSet/>
      <dgm:spPr/>
      <dgm:t>
        <a:bodyPr/>
        <a:lstStyle/>
        <a:p>
          <a:endParaRPr lang="en-US"/>
        </a:p>
      </dgm:t>
    </dgm:pt>
    <dgm:pt modelId="{CC45F428-2F9C-413E-9588-6A1A9DE6FAD9}" type="sibTrans" cxnId="{1D18220F-5F46-4AA4-9383-3841EB337314}">
      <dgm:prSet/>
      <dgm:spPr/>
      <dgm:t>
        <a:bodyPr/>
        <a:lstStyle/>
        <a:p>
          <a:endParaRPr lang="en-US"/>
        </a:p>
      </dgm:t>
    </dgm:pt>
    <dgm:pt modelId="{214C8BAF-1EF4-445F-86FF-58E8DD3F9D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USB output: Standard interface to connect the phone. To guarantee stable 5V output, a boost (step-up) converter may be needed if using voltage.</a:t>
          </a:r>
        </a:p>
      </dgm:t>
    </dgm:pt>
    <dgm:pt modelId="{296DB47D-F5AF-439D-9D1F-1DBFEF9BFB24}" type="parTrans" cxnId="{0B176CA8-93BA-4F7C-B437-C1B561FBF7EB}">
      <dgm:prSet/>
      <dgm:spPr/>
      <dgm:t>
        <a:bodyPr/>
        <a:lstStyle/>
        <a:p>
          <a:endParaRPr lang="en-US"/>
        </a:p>
      </dgm:t>
    </dgm:pt>
    <dgm:pt modelId="{7046E2A0-60C3-4A60-B074-F82D6ED57566}" type="sibTrans" cxnId="{0B176CA8-93BA-4F7C-B437-C1B561FBF7EB}">
      <dgm:prSet/>
      <dgm:spPr/>
      <dgm:t>
        <a:bodyPr/>
        <a:lstStyle/>
        <a:p>
          <a:endParaRPr lang="en-US"/>
        </a:p>
      </dgm:t>
    </dgm:pt>
    <dgm:pt modelId="{CC4F018C-176A-4FDD-B5E2-79C8A34B3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Enclosure &amp; wiring: Keeps parts secure; use correct polarity and fuses for safety.</a:t>
          </a:r>
        </a:p>
      </dgm:t>
    </dgm:pt>
    <dgm:pt modelId="{885EBC5C-9B77-4A58-B160-D32B9D48E4A5}" type="parTrans" cxnId="{C510708B-6644-4325-8392-79F0E97A1ACD}">
      <dgm:prSet/>
      <dgm:spPr/>
      <dgm:t>
        <a:bodyPr/>
        <a:lstStyle/>
        <a:p>
          <a:endParaRPr lang="en-US"/>
        </a:p>
      </dgm:t>
    </dgm:pt>
    <dgm:pt modelId="{03241887-908A-4D38-9C1B-EF74805E7FB8}" type="sibTrans" cxnId="{C510708B-6644-4325-8392-79F0E97A1ACD}">
      <dgm:prSet/>
      <dgm:spPr/>
      <dgm:t>
        <a:bodyPr/>
        <a:lstStyle/>
        <a:p>
          <a:endParaRPr lang="en-US"/>
        </a:p>
      </dgm:t>
    </dgm:pt>
    <dgm:pt modelId="{64835049-B7B4-4EBA-B3ED-95684C3CA7E4}" type="pres">
      <dgm:prSet presAssocID="{961F8C25-1D59-4619-B4E7-0C6A08C8E7BA}" presName="root" presStyleCnt="0">
        <dgm:presLayoutVars>
          <dgm:dir/>
          <dgm:resizeHandles val="exact"/>
        </dgm:presLayoutVars>
      </dgm:prSet>
      <dgm:spPr/>
    </dgm:pt>
    <dgm:pt modelId="{55A7B2D8-04AD-4394-BD49-178536B65551}" type="pres">
      <dgm:prSet presAssocID="{EE689E4A-B3E8-4FA3-A876-958A0FEE833A}" presName="compNode" presStyleCnt="0"/>
      <dgm:spPr/>
    </dgm:pt>
    <dgm:pt modelId="{5133F77F-2EC2-4DE8-B23C-E223E11F2A46}" type="pres">
      <dgm:prSet presAssocID="{EE689E4A-B3E8-4FA3-A876-958A0FEE833A}" presName="bgRect" presStyleLbl="bgShp" presStyleIdx="0" presStyleCnt="4"/>
      <dgm:spPr/>
    </dgm:pt>
    <dgm:pt modelId="{D2145586-34E4-4935-AA38-074F14E35025}" type="pres">
      <dgm:prSet presAssocID="{EE689E4A-B3E8-4FA3-A876-958A0FEE83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1546D12E-C8FC-4B9C-8180-67BD4860C17B}" type="pres">
      <dgm:prSet presAssocID="{EE689E4A-B3E8-4FA3-A876-958A0FEE833A}" presName="spaceRect" presStyleCnt="0"/>
      <dgm:spPr/>
    </dgm:pt>
    <dgm:pt modelId="{6244710D-6059-4467-96BF-2F96A93CB7E5}" type="pres">
      <dgm:prSet presAssocID="{EE689E4A-B3E8-4FA3-A876-958A0FEE833A}" presName="parTx" presStyleLbl="revTx" presStyleIdx="0" presStyleCnt="4">
        <dgm:presLayoutVars>
          <dgm:chMax val="0"/>
          <dgm:chPref val="0"/>
        </dgm:presLayoutVars>
      </dgm:prSet>
      <dgm:spPr/>
    </dgm:pt>
    <dgm:pt modelId="{C3D90668-F75F-45B8-9667-65D7D8910CD1}" type="pres">
      <dgm:prSet presAssocID="{0828B83F-33A8-4E64-94EB-0689B428563C}" presName="sibTrans" presStyleCnt="0"/>
      <dgm:spPr/>
    </dgm:pt>
    <dgm:pt modelId="{16946BFF-679E-4789-9039-FD5534A9413D}" type="pres">
      <dgm:prSet presAssocID="{7DFA081E-2F32-4629-93AD-EAFBB1024C0D}" presName="compNode" presStyleCnt="0"/>
      <dgm:spPr/>
    </dgm:pt>
    <dgm:pt modelId="{C667A5FD-7829-41C1-93DA-08E5BCB0B844}" type="pres">
      <dgm:prSet presAssocID="{7DFA081E-2F32-4629-93AD-EAFBB1024C0D}" presName="bgRect" presStyleLbl="bgShp" presStyleIdx="1" presStyleCnt="4"/>
      <dgm:spPr/>
    </dgm:pt>
    <dgm:pt modelId="{1DE927BD-819A-46F1-85F7-76AD2A4D101D}" type="pres">
      <dgm:prSet presAssocID="{7DFA081E-2F32-4629-93AD-EAFBB1024C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76487D41-5493-46F6-8329-E00FDD718C1F}" type="pres">
      <dgm:prSet presAssocID="{7DFA081E-2F32-4629-93AD-EAFBB1024C0D}" presName="spaceRect" presStyleCnt="0"/>
      <dgm:spPr/>
    </dgm:pt>
    <dgm:pt modelId="{7D29ED8C-8CB7-4530-92B5-4E8D90C05E20}" type="pres">
      <dgm:prSet presAssocID="{7DFA081E-2F32-4629-93AD-EAFBB1024C0D}" presName="parTx" presStyleLbl="revTx" presStyleIdx="1" presStyleCnt="4">
        <dgm:presLayoutVars>
          <dgm:chMax val="0"/>
          <dgm:chPref val="0"/>
        </dgm:presLayoutVars>
      </dgm:prSet>
      <dgm:spPr/>
    </dgm:pt>
    <dgm:pt modelId="{59927E01-E5F7-4606-8358-BE3D79730992}" type="pres">
      <dgm:prSet presAssocID="{CC45F428-2F9C-413E-9588-6A1A9DE6FAD9}" presName="sibTrans" presStyleCnt="0"/>
      <dgm:spPr/>
    </dgm:pt>
    <dgm:pt modelId="{2F16A351-0826-48F0-8DDF-164FC52B6E4B}" type="pres">
      <dgm:prSet presAssocID="{214C8BAF-1EF4-445F-86FF-58E8DD3F9DD6}" presName="compNode" presStyleCnt="0"/>
      <dgm:spPr/>
    </dgm:pt>
    <dgm:pt modelId="{FACA3D49-8766-4C0A-9E2F-7831C4FCF070}" type="pres">
      <dgm:prSet presAssocID="{214C8BAF-1EF4-445F-86FF-58E8DD3F9DD6}" presName="bgRect" presStyleLbl="bgShp" presStyleIdx="2" presStyleCnt="4"/>
      <dgm:spPr/>
    </dgm:pt>
    <dgm:pt modelId="{D398BDF5-893C-4C49-A223-569E818C25C5}" type="pres">
      <dgm:prSet presAssocID="{214C8BAF-1EF4-445F-86FF-58E8DD3F9D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834B75C6-FC7F-436F-B277-ED164BEA0141}" type="pres">
      <dgm:prSet presAssocID="{214C8BAF-1EF4-445F-86FF-58E8DD3F9DD6}" presName="spaceRect" presStyleCnt="0"/>
      <dgm:spPr/>
    </dgm:pt>
    <dgm:pt modelId="{43AB3BEC-C5C1-43CD-9691-E5381004A307}" type="pres">
      <dgm:prSet presAssocID="{214C8BAF-1EF4-445F-86FF-58E8DD3F9DD6}" presName="parTx" presStyleLbl="revTx" presStyleIdx="2" presStyleCnt="4">
        <dgm:presLayoutVars>
          <dgm:chMax val="0"/>
          <dgm:chPref val="0"/>
        </dgm:presLayoutVars>
      </dgm:prSet>
      <dgm:spPr/>
    </dgm:pt>
    <dgm:pt modelId="{4726FBD4-6D26-459F-AD51-4AEFA3B4BFCA}" type="pres">
      <dgm:prSet presAssocID="{7046E2A0-60C3-4A60-B074-F82D6ED57566}" presName="sibTrans" presStyleCnt="0"/>
      <dgm:spPr/>
    </dgm:pt>
    <dgm:pt modelId="{13340772-351D-4BAE-AA8C-BC34D12B71FE}" type="pres">
      <dgm:prSet presAssocID="{CC4F018C-176A-4FDD-B5E2-79C8A34B3B3D}" presName="compNode" presStyleCnt="0"/>
      <dgm:spPr/>
    </dgm:pt>
    <dgm:pt modelId="{C64078F8-0ED2-41CF-B28C-917D39465C07}" type="pres">
      <dgm:prSet presAssocID="{CC4F018C-176A-4FDD-B5E2-79C8A34B3B3D}" presName="bgRect" presStyleLbl="bgShp" presStyleIdx="3" presStyleCnt="4"/>
      <dgm:spPr/>
    </dgm:pt>
    <dgm:pt modelId="{4CCD2516-2FEE-41AB-AB89-B478A3F05085}" type="pres">
      <dgm:prSet presAssocID="{CC4F018C-176A-4FDD-B5E2-79C8A34B3B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AC0A1E4A-0B46-4144-B38D-AD72D3CCCC81}" type="pres">
      <dgm:prSet presAssocID="{CC4F018C-176A-4FDD-B5E2-79C8A34B3B3D}" presName="spaceRect" presStyleCnt="0"/>
      <dgm:spPr/>
    </dgm:pt>
    <dgm:pt modelId="{BA201AA3-FCF5-47F2-9C5D-7259E8989001}" type="pres">
      <dgm:prSet presAssocID="{CC4F018C-176A-4FDD-B5E2-79C8A34B3B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D18220F-5F46-4AA4-9383-3841EB337314}" srcId="{961F8C25-1D59-4619-B4E7-0C6A08C8E7BA}" destId="{7DFA081E-2F32-4629-93AD-EAFBB1024C0D}" srcOrd="1" destOrd="0" parTransId="{D4BE99DB-B468-4913-B181-50E1CC60EE9B}" sibTransId="{CC45F428-2F9C-413E-9588-6A1A9DE6FAD9}"/>
    <dgm:cxn modelId="{74EFCE64-00D7-4BFF-BD4F-D4403F41CB8E}" type="presOf" srcId="{CC4F018C-176A-4FDD-B5E2-79C8A34B3B3D}" destId="{BA201AA3-FCF5-47F2-9C5D-7259E8989001}" srcOrd="0" destOrd="0" presId="urn:microsoft.com/office/officeart/2018/2/layout/IconVerticalSolidList"/>
    <dgm:cxn modelId="{82B55A52-A8DA-4E09-A975-BBCABD2A0DEE}" srcId="{961F8C25-1D59-4619-B4E7-0C6A08C8E7BA}" destId="{EE689E4A-B3E8-4FA3-A876-958A0FEE833A}" srcOrd="0" destOrd="0" parTransId="{B1374353-0809-462E-B2E4-21128B455A17}" sibTransId="{0828B83F-33A8-4E64-94EB-0689B428563C}"/>
    <dgm:cxn modelId="{C510708B-6644-4325-8392-79F0E97A1ACD}" srcId="{961F8C25-1D59-4619-B4E7-0C6A08C8E7BA}" destId="{CC4F018C-176A-4FDD-B5E2-79C8A34B3B3D}" srcOrd="3" destOrd="0" parTransId="{885EBC5C-9B77-4A58-B160-D32B9D48E4A5}" sibTransId="{03241887-908A-4D38-9C1B-EF74805E7FB8}"/>
    <dgm:cxn modelId="{0B176CA8-93BA-4F7C-B437-C1B561FBF7EB}" srcId="{961F8C25-1D59-4619-B4E7-0C6A08C8E7BA}" destId="{214C8BAF-1EF4-445F-86FF-58E8DD3F9DD6}" srcOrd="2" destOrd="0" parTransId="{296DB47D-F5AF-439D-9D1F-1DBFEF9BFB24}" sibTransId="{7046E2A0-60C3-4A60-B074-F82D6ED57566}"/>
    <dgm:cxn modelId="{F77117CF-9E18-4924-876D-F9686D00F880}" type="presOf" srcId="{214C8BAF-1EF4-445F-86FF-58E8DD3F9DD6}" destId="{43AB3BEC-C5C1-43CD-9691-E5381004A307}" srcOrd="0" destOrd="0" presId="urn:microsoft.com/office/officeart/2018/2/layout/IconVerticalSolidList"/>
    <dgm:cxn modelId="{0DEF94EA-5A53-43B2-88A5-38F842FD15DF}" type="presOf" srcId="{EE689E4A-B3E8-4FA3-A876-958A0FEE833A}" destId="{6244710D-6059-4467-96BF-2F96A93CB7E5}" srcOrd="0" destOrd="0" presId="urn:microsoft.com/office/officeart/2018/2/layout/IconVerticalSolidList"/>
    <dgm:cxn modelId="{F0BD01F7-EF20-4D30-8839-B87FBF6B9B87}" type="presOf" srcId="{961F8C25-1D59-4619-B4E7-0C6A08C8E7BA}" destId="{64835049-B7B4-4EBA-B3ED-95684C3CA7E4}" srcOrd="0" destOrd="0" presId="urn:microsoft.com/office/officeart/2018/2/layout/IconVerticalSolidList"/>
    <dgm:cxn modelId="{3451C2FB-9347-4D9D-9CA9-5B1C19107C8A}" type="presOf" srcId="{7DFA081E-2F32-4629-93AD-EAFBB1024C0D}" destId="{7D29ED8C-8CB7-4530-92B5-4E8D90C05E20}" srcOrd="0" destOrd="0" presId="urn:microsoft.com/office/officeart/2018/2/layout/IconVerticalSolidList"/>
    <dgm:cxn modelId="{FFFAF387-57DE-414B-B76E-FE140FAAD509}" type="presParOf" srcId="{64835049-B7B4-4EBA-B3ED-95684C3CA7E4}" destId="{55A7B2D8-04AD-4394-BD49-178536B65551}" srcOrd="0" destOrd="0" presId="urn:microsoft.com/office/officeart/2018/2/layout/IconVerticalSolidList"/>
    <dgm:cxn modelId="{E39C0177-B837-4D4A-BE9B-45404B7AB1DD}" type="presParOf" srcId="{55A7B2D8-04AD-4394-BD49-178536B65551}" destId="{5133F77F-2EC2-4DE8-B23C-E223E11F2A46}" srcOrd="0" destOrd="0" presId="urn:microsoft.com/office/officeart/2018/2/layout/IconVerticalSolidList"/>
    <dgm:cxn modelId="{1A84BA0E-1E00-4AE8-9C54-D8CA9C0450D2}" type="presParOf" srcId="{55A7B2D8-04AD-4394-BD49-178536B65551}" destId="{D2145586-34E4-4935-AA38-074F14E35025}" srcOrd="1" destOrd="0" presId="urn:microsoft.com/office/officeart/2018/2/layout/IconVerticalSolidList"/>
    <dgm:cxn modelId="{AF5936C4-2D26-4600-AB25-2513B1FA005C}" type="presParOf" srcId="{55A7B2D8-04AD-4394-BD49-178536B65551}" destId="{1546D12E-C8FC-4B9C-8180-67BD4860C17B}" srcOrd="2" destOrd="0" presId="urn:microsoft.com/office/officeart/2018/2/layout/IconVerticalSolidList"/>
    <dgm:cxn modelId="{DC4A2632-401C-487A-93FA-1006BF59CB51}" type="presParOf" srcId="{55A7B2D8-04AD-4394-BD49-178536B65551}" destId="{6244710D-6059-4467-96BF-2F96A93CB7E5}" srcOrd="3" destOrd="0" presId="urn:microsoft.com/office/officeart/2018/2/layout/IconVerticalSolidList"/>
    <dgm:cxn modelId="{02139494-C853-4777-8D8A-E180FBEC8F70}" type="presParOf" srcId="{64835049-B7B4-4EBA-B3ED-95684C3CA7E4}" destId="{C3D90668-F75F-45B8-9667-65D7D8910CD1}" srcOrd="1" destOrd="0" presId="urn:microsoft.com/office/officeart/2018/2/layout/IconVerticalSolidList"/>
    <dgm:cxn modelId="{B2FBCDDF-50E8-4458-A33C-9D3BAF74F961}" type="presParOf" srcId="{64835049-B7B4-4EBA-B3ED-95684C3CA7E4}" destId="{16946BFF-679E-4789-9039-FD5534A9413D}" srcOrd="2" destOrd="0" presId="urn:microsoft.com/office/officeart/2018/2/layout/IconVerticalSolidList"/>
    <dgm:cxn modelId="{193126C5-2B0D-4061-A812-FC40EFBC7E5A}" type="presParOf" srcId="{16946BFF-679E-4789-9039-FD5534A9413D}" destId="{C667A5FD-7829-41C1-93DA-08E5BCB0B844}" srcOrd="0" destOrd="0" presId="urn:microsoft.com/office/officeart/2018/2/layout/IconVerticalSolidList"/>
    <dgm:cxn modelId="{78E656C0-D3D6-41C6-9CAC-1216FC65C5FF}" type="presParOf" srcId="{16946BFF-679E-4789-9039-FD5534A9413D}" destId="{1DE927BD-819A-46F1-85F7-76AD2A4D101D}" srcOrd="1" destOrd="0" presId="urn:microsoft.com/office/officeart/2018/2/layout/IconVerticalSolidList"/>
    <dgm:cxn modelId="{C0D0B3AD-4F9D-4AD1-BE6F-4D7171D980C9}" type="presParOf" srcId="{16946BFF-679E-4789-9039-FD5534A9413D}" destId="{76487D41-5493-46F6-8329-E00FDD718C1F}" srcOrd="2" destOrd="0" presId="urn:microsoft.com/office/officeart/2018/2/layout/IconVerticalSolidList"/>
    <dgm:cxn modelId="{FC170429-FCCC-49C6-9F13-788BE0EDDB1A}" type="presParOf" srcId="{16946BFF-679E-4789-9039-FD5534A9413D}" destId="{7D29ED8C-8CB7-4530-92B5-4E8D90C05E20}" srcOrd="3" destOrd="0" presId="urn:microsoft.com/office/officeart/2018/2/layout/IconVerticalSolidList"/>
    <dgm:cxn modelId="{AE91C92C-7837-4CF4-9C71-C128BDBE3596}" type="presParOf" srcId="{64835049-B7B4-4EBA-B3ED-95684C3CA7E4}" destId="{59927E01-E5F7-4606-8358-BE3D79730992}" srcOrd="3" destOrd="0" presId="urn:microsoft.com/office/officeart/2018/2/layout/IconVerticalSolidList"/>
    <dgm:cxn modelId="{029CC3C8-4EA7-4ED0-A141-EEF741CC1E40}" type="presParOf" srcId="{64835049-B7B4-4EBA-B3ED-95684C3CA7E4}" destId="{2F16A351-0826-48F0-8DDF-164FC52B6E4B}" srcOrd="4" destOrd="0" presId="urn:microsoft.com/office/officeart/2018/2/layout/IconVerticalSolidList"/>
    <dgm:cxn modelId="{F877FA18-6696-4669-905D-C5BC25A2796D}" type="presParOf" srcId="{2F16A351-0826-48F0-8DDF-164FC52B6E4B}" destId="{FACA3D49-8766-4C0A-9E2F-7831C4FCF070}" srcOrd="0" destOrd="0" presId="urn:microsoft.com/office/officeart/2018/2/layout/IconVerticalSolidList"/>
    <dgm:cxn modelId="{5FFA71A8-E063-4FD6-AB6F-AF2E6EDA0FE7}" type="presParOf" srcId="{2F16A351-0826-48F0-8DDF-164FC52B6E4B}" destId="{D398BDF5-893C-4C49-A223-569E818C25C5}" srcOrd="1" destOrd="0" presId="urn:microsoft.com/office/officeart/2018/2/layout/IconVerticalSolidList"/>
    <dgm:cxn modelId="{D60C605A-6A1C-4C61-B76B-5944465DF958}" type="presParOf" srcId="{2F16A351-0826-48F0-8DDF-164FC52B6E4B}" destId="{834B75C6-FC7F-436F-B277-ED164BEA0141}" srcOrd="2" destOrd="0" presId="urn:microsoft.com/office/officeart/2018/2/layout/IconVerticalSolidList"/>
    <dgm:cxn modelId="{15597BD9-5F71-4702-B7D8-92F8AC2FDA70}" type="presParOf" srcId="{2F16A351-0826-48F0-8DDF-164FC52B6E4B}" destId="{43AB3BEC-C5C1-43CD-9691-E5381004A307}" srcOrd="3" destOrd="0" presId="urn:microsoft.com/office/officeart/2018/2/layout/IconVerticalSolidList"/>
    <dgm:cxn modelId="{B2FC39E1-ACBC-4AF8-BFCE-3AFC0480DEE1}" type="presParOf" srcId="{64835049-B7B4-4EBA-B3ED-95684C3CA7E4}" destId="{4726FBD4-6D26-459F-AD51-4AEFA3B4BFCA}" srcOrd="5" destOrd="0" presId="urn:microsoft.com/office/officeart/2018/2/layout/IconVerticalSolidList"/>
    <dgm:cxn modelId="{CCF2059D-DEC3-4EFA-BF85-DB735CCBD776}" type="presParOf" srcId="{64835049-B7B4-4EBA-B3ED-95684C3CA7E4}" destId="{13340772-351D-4BAE-AA8C-BC34D12B71FE}" srcOrd="6" destOrd="0" presId="urn:microsoft.com/office/officeart/2018/2/layout/IconVerticalSolidList"/>
    <dgm:cxn modelId="{E1419522-2EA7-486A-81F9-5A74ADFEA7E4}" type="presParOf" srcId="{13340772-351D-4BAE-AA8C-BC34D12B71FE}" destId="{C64078F8-0ED2-41CF-B28C-917D39465C07}" srcOrd="0" destOrd="0" presId="urn:microsoft.com/office/officeart/2018/2/layout/IconVerticalSolidList"/>
    <dgm:cxn modelId="{493E9040-2766-43FE-938C-936830290337}" type="presParOf" srcId="{13340772-351D-4BAE-AA8C-BC34D12B71FE}" destId="{4CCD2516-2FEE-41AB-AB89-B478A3F05085}" srcOrd="1" destOrd="0" presId="urn:microsoft.com/office/officeart/2018/2/layout/IconVerticalSolidList"/>
    <dgm:cxn modelId="{FE1C7E07-076F-4393-A4C2-A06CEA7F47B5}" type="presParOf" srcId="{13340772-351D-4BAE-AA8C-BC34D12B71FE}" destId="{AC0A1E4A-0B46-4144-B38D-AD72D3CCCC81}" srcOrd="2" destOrd="0" presId="urn:microsoft.com/office/officeart/2018/2/layout/IconVerticalSolidList"/>
    <dgm:cxn modelId="{A0F40C3F-52DA-46CF-A5D1-CC2941A63C06}" type="presParOf" srcId="{13340772-351D-4BAE-AA8C-BC34D12B71FE}" destId="{BA201AA3-FCF5-47F2-9C5D-7259E89890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07D202-06D2-46DA-A520-B62B0FA708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BEBD41-C00B-49E7-A78D-6CCAB0C5D7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Advantages: Renewable, portable, low maintenance, useful in remote areas and emergencies.</a:t>
          </a:r>
        </a:p>
      </dgm:t>
    </dgm:pt>
    <dgm:pt modelId="{8491619E-2850-4DC1-8FB3-29C567B162E3}" type="parTrans" cxnId="{CB90CB0B-2176-416C-870C-58F711B82CF5}">
      <dgm:prSet/>
      <dgm:spPr/>
      <dgm:t>
        <a:bodyPr/>
        <a:lstStyle/>
        <a:p>
          <a:endParaRPr lang="en-US"/>
        </a:p>
      </dgm:t>
    </dgm:pt>
    <dgm:pt modelId="{492B8D0A-D69B-4F50-9F71-F57B58030D46}" type="sibTrans" cxnId="{CB90CB0B-2176-416C-870C-58F711B82CF5}">
      <dgm:prSet/>
      <dgm:spPr/>
      <dgm:t>
        <a:bodyPr/>
        <a:lstStyle/>
        <a:p>
          <a:endParaRPr lang="en-US"/>
        </a:p>
      </dgm:t>
    </dgm:pt>
    <dgm:pt modelId="{CE702297-7F84-431B-B536-2E129D4B1D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Limitations: Charging depends on sunlight; cloudy days reduce performance. TP4056 doesn't provide 5V boost by itself.</a:t>
          </a:r>
        </a:p>
      </dgm:t>
    </dgm:pt>
    <dgm:pt modelId="{5223A798-B91C-4044-BCE8-20958473563F}" type="parTrans" cxnId="{27DB49A4-3E74-427E-AED8-E8AF6C06481C}">
      <dgm:prSet/>
      <dgm:spPr/>
      <dgm:t>
        <a:bodyPr/>
        <a:lstStyle/>
        <a:p>
          <a:endParaRPr lang="en-US"/>
        </a:p>
      </dgm:t>
    </dgm:pt>
    <dgm:pt modelId="{019926DA-3E3C-463E-8304-48850030BA66}" type="sibTrans" cxnId="{27DB49A4-3E74-427E-AED8-E8AF6C06481C}">
      <dgm:prSet/>
      <dgm:spPr/>
      <dgm:t>
        <a:bodyPr/>
        <a:lstStyle/>
        <a:p>
          <a:endParaRPr lang="en-US"/>
        </a:p>
      </dgm:t>
    </dgm:pt>
    <dgm:pt modelId="{27D11211-52FB-411B-92FF-2F393AE19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Suggestion: For reliable phone charging, include a + a 5V boost converter.</a:t>
          </a:r>
        </a:p>
      </dgm:t>
    </dgm:pt>
    <dgm:pt modelId="{C5E9BF54-8121-49E6-B28D-5EC1C921D651}" type="parTrans" cxnId="{286E6FAF-54E0-4724-A508-28FE5E1467E2}">
      <dgm:prSet/>
      <dgm:spPr/>
      <dgm:t>
        <a:bodyPr/>
        <a:lstStyle/>
        <a:p>
          <a:endParaRPr lang="en-US"/>
        </a:p>
      </dgm:t>
    </dgm:pt>
    <dgm:pt modelId="{F411B82B-3980-48E1-81DF-44E04DAD2BA1}" type="sibTrans" cxnId="{286E6FAF-54E0-4724-A508-28FE5E1467E2}">
      <dgm:prSet/>
      <dgm:spPr/>
      <dgm:t>
        <a:bodyPr/>
        <a:lstStyle/>
        <a:p>
          <a:endParaRPr lang="en-US"/>
        </a:p>
      </dgm:t>
    </dgm:pt>
    <dgm:pt modelId="{176DFDC2-50C4-4AEF-929E-C8875F090934}" type="pres">
      <dgm:prSet presAssocID="{4F07D202-06D2-46DA-A520-B62B0FA708A7}" presName="root" presStyleCnt="0">
        <dgm:presLayoutVars>
          <dgm:dir/>
          <dgm:resizeHandles val="exact"/>
        </dgm:presLayoutVars>
      </dgm:prSet>
      <dgm:spPr/>
    </dgm:pt>
    <dgm:pt modelId="{C25C2931-BCA5-4E19-B369-27561B22A05C}" type="pres">
      <dgm:prSet presAssocID="{79BEBD41-C00B-49E7-A78D-6CCAB0C5D704}" presName="compNode" presStyleCnt="0"/>
      <dgm:spPr/>
    </dgm:pt>
    <dgm:pt modelId="{517172F5-F8D2-40F8-8187-EBFD4E5FEFD9}" type="pres">
      <dgm:prSet presAssocID="{79BEBD41-C00B-49E7-A78D-6CCAB0C5D7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F354A883-16AF-444F-BCB1-6BF1CA807BEE}" type="pres">
      <dgm:prSet presAssocID="{79BEBD41-C00B-49E7-A78D-6CCAB0C5D704}" presName="spaceRect" presStyleCnt="0"/>
      <dgm:spPr/>
    </dgm:pt>
    <dgm:pt modelId="{983B88A5-B378-4B2D-9BB6-A5C2CC7EBC94}" type="pres">
      <dgm:prSet presAssocID="{79BEBD41-C00B-49E7-A78D-6CCAB0C5D704}" presName="textRect" presStyleLbl="revTx" presStyleIdx="0" presStyleCnt="3">
        <dgm:presLayoutVars>
          <dgm:chMax val="1"/>
          <dgm:chPref val="1"/>
        </dgm:presLayoutVars>
      </dgm:prSet>
      <dgm:spPr/>
    </dgm:pt>
    <dgm:pt modelId="{F1018726-5167-4B95-8D58-CCF9C0D77CA0}" type="pres">
      <dgm:prSet presAssocID="{492B8D0A-D69B-4F50-9F71-F57B58030D46}" presName="sibTrans" presStyleCnt="0"/>
      <dgm:spPr/>
    </dgm:pt>
    <dgm:pt modelId="{2E73B99F-CDB7-4FAC-A7DA-A2E8E94F7FE8}" type="pres">
      <dgm:prSet presAssocID="{CE702297-7F84-431B-B536-2E129D4B1D9D}" presName="compNode" presStyleCnt="0"/>
      <dgm:spPr/>
    </dgm:pt>
    <dgm:pt modelId="{BD4CD960-04E4-4AF8-9C9D-03D1B7C52F06}" type="pres">
      <dgm:prSet presAssocID="{CE702297-7F84-431B-B536-2E129D4B1D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F0D6D047-9BA1-4D78-ABD5-9F22ECA46D3B}" type="pres">
      <dgm:prSet presAssocID="{CE702297-7F84-431B-B536-2E129D4B1D9D}" presName="spaceRect" presStyleCnt="0"/>
      <dgm:spPr/>
    </dgm:pt>
    <dgm:pt modelId="{5635290A-809A-4579-85E8-E840F870CD78}" type="pres">
      <dgm:prSet presAssocID="{CE702297-7F84-431B-B536-2E129D4B1D9D}" presName="textRect" presStyleLbl="revTx" presStyleIdx="1" presStyleCnt="3">
        <dgm:presLayoutVars>
          <dgm:chMax val="1"/>
          <dgm:chPref val="1"/>
        </dgm:presLayoutVars>
      </dgm:prSet>
      <dgm:spPr/>
    </dgm:pt>
    <dgm:pt modelId="{BB2D0E57-83DA-4F13-A7C0-EE1E070A5838}" type="pres">
      <dgm:prSet presAssocID="{019926DA-3E3C-463E-8304-48850030BA66}" presName="sibTrans" presStyleCnt="0"/>
      <dgm:spPr/>
    </dgm:pt>
    <dgm:pt modelId="{AEACD075-DB60-4D7F-AC59-71AE40A4DCA4}" type="pres">
      <dgm:prSet presAssocID="{27D11211-52FB-411B-92FF-2F393AE19564}" presName="compNode" presStyleCnt="0"/>
      <dgm:spPr/>
    </dgm:pt>
    <dgm:pt modelId="{2AD71389-F3B7-430D-AF56-5DCB3C7AE3BC}" type="pres">
      <dgm:prSet presAssocID="{27D11211-52FB-411B-92FF-2F393AE195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FE906271-388A-45B6-9419-597F11FDC196}" type="pres">
      <dgm:prSet presAssocID="{27D11211-52FB-411B-92FF-2F393AE19564}" presName="spaceRect" presStyleCnt="0"/>
      <dgm:spPr/>
    </dgm:pt>
    <dgm:pt modelId="{20C8A3D5-2449-4F10-B953-862D7025FC43}" type="pres">
      <dgm:prSet presAssocID="{27D11211-52FB-411B-92FF-2F393AE195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90CB0B-2176-416C-870C-58F711B82CF5}" srcId="{4F07D202-06D2-46DA-A520-B62B0FA708A7}" destId="{79BEBD41-C00B-49E7-A78D-6CCAB0C5D704}" srcOrd="0" destOrd="0" parTransId="{8491619E-2850-4DC1-8FB3-29C567B162E3}" sibTransId="{492B8D0A-D69B-4F50-9F71-F57B58030D46}"/>
    <dgm:cxn modelId="{8206AF86-A75C-4C86-899B-E27F068E477C}" type="presOf" srcId="{79BEBD41-C00B-49E7-A78D-6CCAB0C5D704}" destId="{983B88A5-B378-4B2D-9BB6-A5C2CC7EBC94}" srcOrd="0" destOrd="0" presId="urn:microsoft.com/office/officeart/2018/2/layout/IconLabelList"/>
    <dgm:cxn modelId="{27DB49A4-3E74-427E-AED8-E8AF6C06481C}" srcId="{4F07D202-06D2-46DA-A520-B62B0FA708A7}" destId="{CE702297-7F84-431B-B536-2E129D4B1D9D}" srcOrd="1" destOrd="0" parTransId="{5223A798-B91C-4044-BCE8-20958473563F}" sibTransId="{019926DA-3E3C-463E-8304-48850030BA66}"/>
    <dgm:cxn modelId="{AE27A8AD-06BF-4402-B407-517642BEED7D}" type="presOf" srcId="{4F07D202-06D2-46DA-A520-B62B0FA708A7}" destId="{176DFDC2-50C4-4AEF-929E-C8875F090934}" srcOrd="0" destOrd="0" presId="urn:microsoft.com/office/officeart/2018/2/layout/IconLabelList"/>
    <dgm:cxn modelId="{286E6FAF-54E0-4724-A508-28FE5E1467E2}" srcId="{4F07D202-06D2-46DA-A520-B62B0FA708A7}" destId="{27D11211-52FB-411B-92FF-2F393AE19564}" srcOrd="2" destOrd="0" parTransId="{C5E9BF54-8121-49E6-B28D-5EC1C921D651}" sibTransId="{F411B82B-3980-48E1-81DF-44E04DAD2BA1}"/>
    <dgm:cxn modelId="{084A54D2-C1D0-447D-8589-CE77FC9E690D}" type="presOf" srcId="{27D11211-52FB-411B-92FF-2F393AE19564}" destId="{20C8A3D5-2449-4F10-B953-862D7025FC43}" srcOrd="0" destOrd="0" presId="urn:microsoft.com/office/officeart/2018/2/layout/IconLabelList"/>
    <dgm:cxn modelId="{FA52DAD7-5A00-40CF-B1FE-258A88C17E75}" type="presOf" srcId="{CE702297-7F84-431B-B536-2E129D4B1D9D}" destId="{5635290A-809A-4579-85E8-E840F870CD78}" srcOrd="0" destOrd="0" presId="urn:microsoft.com/office/officeart/2018/2/layout/IconLabelList"/>
    <dgm:cxn modelId="{9F88185C-6A62-4EC7-8C43-8A84302B47E9}" type="presParOf" srcId="{176DFDC2-50C4-4AEF-929E-C8875F090934}" destId="{C25C2931-BCA5-4E19-B369-27561B22A05C}" srcOrd="0" destOrd="0" presId="urn:microsoft.com/office/officeart/2018/2/layout/IconLabelList"/>
    <dgm:cxn modelId="{A784D917-A4E9-4A5F-9CAB-28D61B736CA1}" type="presParOf" srcId="{C25C2931-BCA5-4E19-B369-27561B22A05C}" destId="{517172F5-F8D2-40F8-8187-EBFD4E5FEFD9}" srcOrd="0" destOrd="0" presId="urn:microsoft.com/office/officeart/2018/2/layout/IconLabelList"/>
    <dgm:cxn modelId="{5947AE6B-308B-42CE-A8C8-66A409546947}" type="presParOf" srcId="{C25C2931-BCA5-4E19-B369-27561B22A05C}" destId="{F354A883-16AF-444F-BCB1-6BF1CA807BEE}" srcOrd="1" destOrd="0" presId="urn:microsoft.com/office/officeart/2018/2/layout/IconLabelList"/>
    <dgm:cxn modelId="{92ED2475-AE9A-4B6A-BB11-8654CBD9BE07}" type="presParOf" srcId="{C25C2931-BCA5-4E19-B369-27561B22A05C}" destId="{983B88A5-B378-4B2D-9BB6-A5C2CC7EBC94}" srcOrd="2" destOrd="0" presId="urn:microsoft.com/office/officeart/2018/2/layout/IconLabelList"/>
    <dgm:cxn modelId="{17FBCC2A-1D33-49E6-9189-4507895C6FDC}" type="presParOf" srcId="{176DFDC2-50C4-4AEF-929E-C8875F090934}" destId="{F1018726-5167-4B95-8D58-CCF9C0D77CA0}" srcOrd="1" destOrd="0" presId="urn:microsoft.com/office/officeart/2018/2/layout/IconLabelList"/>
    <dgm:cxn modelId="{9F9B75D8-5282-45A0-AEAB-CC9038EA56F1}" type="presParOf" srcId="{176DFDC2-50C4-4AEF-929E-C8875F090934}" destId="{2E73B99F-CDB7-4FAC-A7DA-A2E8E94F7FE8}" srcOrd="2" destOrd="0" presId="urn:microsoft.com/office/officeart/2018/2/layout/IconLabelList"/>
    <dgm:cxn modelId="{43648E2C-5186-4E83-B785-1CA5DF512B8A}" type="presParOf" srcId="{2E73B99F-CDB7-4FAC-A7DA-A2E8E94F7FE8}" destId="{BD4CD960-04E4-4AF8-9C9D-03D1B7C52F06}" srcOrd="0" destOrd="0" presId="urn:microsoft.com/office/officeart/2018/2/layout/IconLabelList"/>
    <dgm:cxn modelId="{B87A1B8B-687D-47C2-9ED1-8B4BA6C112FD}" type="presParOf" srcId="{2E73B99F-CDB7-4FAC-A7DA-A2E8E94F7FE8}" destId="{F0D6D047-9BA1-4D78-ABD5-9F22ECA46D3B}" srcOrd="1" destOrd="0" presId="urn:microsoft.com/office/officeart/2018/2/layout/IconLabelList"/>
    <dgm:cxn modelId="{98A61CFA-9EC8-4FDA-B434-51993EB9A483}" type="presParOf" srcId="{2E73B99F-CDB7-4FAC-A7DA-A2E8E94F7FE8}" destId="{5635290A-809A-4579-85E8-E840F870CD78}" srcOrd="2" destOrd="0" presId="urn:microsoft.com/office/officeart/2018/2/layout/IconLabelList"/>
    <dgm:cxn modelId="{4C3791BE-C1F7-427B-90BD-53A8387E25A4}" type="presParOf" srcId="{176DFDC2-50C4-4AEF-929E-C8875F090934}" destId="{BB2D0E57-83DA-4F13-A7C0-EE1E070A5838}" srcOrd="3" destOrd="0" presId="urn:microsoft.com/office/officeart/2018/2/layout/IconLabelList"/>
    <dgm:cxn modelId="{A0067347-C001-47C5-BD22-ECDB7C04EA47}" type="presParOf" srcId="{176DFDC2-50C4-4AEF-929E-C8875F090934}" destId="{AEACD075-DB60-4D7F-AC59-71AE40A4DCA4}" srcOrd="4" destOrd="0" presId="urn:microsoft.com/office/officeart/2018/2/layout/IconLabelList"/>
    <dgm:cxn modelId="{22CE19DE-F515-4D2A-B5D0-678373D3B2F0}" type="presParOf" srcId="{AEACD075-DB60-4D7F-AC59-71AE40A4DCA4}" destId="{2AD71389-F3B7-430D-AF56-5DCB3C7AE3BC}" srcOrd="0" destOrd="0" presId="urn:microsoft.com/office/officeart/2018/2/layout/IconLabelList"/>
    <dgm:cxn modelId="{A01DC508-A192-4E21-934E-42E66EB89847}" type="presParOf" srcId="{AEACD075-DB60-4D7F-AC59-71AE40A4DCA4}" destId="{FE906271-388A-45B6-9419-597F11FDC196}" srcOrd="1" destOrd="0" presId="urn:microsoft.com/office/officeart/2018/2/layout/IconLabelList"/>
    <dgm:cxn modelId="{FD6A02D9-5A5B-4339-A483-C0D3F25558BD}" type="presParOf" srcId="{AEACD075-DB60-4D7F-AC59-71AE40A4DCA4}" destId="{20C8A3D5-2449-4F10-B953-862D7025FC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B2396-891B-471A-A2E7-B13C31EB095D}">
      <dsp:nvSpPr>
        <dsp:cNvPr id="0" name=""/>
        <dsp:cNvSpPr/>
      </dsp:nvSpPr>
      <dsp:spPr>
        <a:xfrm>
          <a:off x="0" y="114023"/>
          <a:ext cx="6243639" cy="1271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Solar panel </a:t>
          </a:r>
        </a:p>
      </dsp:txBody>
      <dsp:txXfrm>
        <a:off x="62055" y="176078"/>
        <a:ext cx="6119529" cy="1147095"/>
      </dsp:txXfrm>
    </dsp:sp>
    <dsp:sp modelId="{095EBF66-57DD-489B-8644-04D6BAF98A20}">
      <dsp:nvSpPr>
        <dsp:cNvPr id="0" name=""/>
        <dsp:cNvSpPr/>
      </dsp:nvSpPr>
      <dsp:spPr>
        <a:xfrm>
          <a:off x="0" y="1477388"/>
          <a:ext cx="6243639" cy="127120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Regulator/charger module</a:t>
          </a:r>
        </a:p>
      </dsp:txBody>
      <dsp:txXfrm>
        <a:off x="62055" y="1539443"/>
        <a:ext cx="6119529" cy="1147095"/>
      </dsp:txXfrm>
    </dsp:sp>
    <dsp:sp modelId="{046E6B8E-4B2C-47C9-9338-52121A5BEEE2}">
      <dsp:nvSpPr>
        <dsp:cNvPr id="0" name=""/>
        <dsp:cNvSpPr/>
      </dsp:nvSpPr>
      <dsp:spPr>
        <a:xfrm>
          <a:off x="0" y="2791658"/>
          <a:ext cx="6243639" cy="127120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USB output / connector.</a:t>
          </a:r>
        </a:p>
      </dsp:txBody>
      <dsp:txXfrm>
        <a:off x="62055" y="2853713"/>
        <a:ext cx="6119529" cy="1147095"/>
      </dsp:txXfrm>
    </dsp:sp>
    <dsp:sp modelId="{6B45738F-2097-4BE8-950D-8D05C439122A}">
      <dsp:nvSpPr>
        <dsp:cNvPr id="0" name=""/>
        <dsp:cNvSpPr/>
      </dsp:nvSpPr>
      <dsp:spPr>
        <a:xfrm>
          <a:off x="0" y="4204118"/>
          <a:ext cx="6243639" cy="1271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Wires, connectors &amp; enclosure — for mechanical support and safety.</a:t>
          </a:r>
        </a:p>
      </dsp:txBody>
      <dsp:txXfrm>
        <a:off x="62055" y="4266173"/>
        <a:ext cx="6119529" cy="1147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3F77F-2EC2-4DE8-B23C-E223E11F2A46}">
      <dsp:nvSpPr>
        <dsp:cNvPr id="0" name=""/>
        <dsp:cNvSpPr/>
      </dsp:nvSpPr>
      <dsp:spPr>
        <a:xfrm>
          <a:off x="0" y="1805"/>
          <a:ext cx="10512862" cy="91531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5586-34E4-4935-AA38-074F14E3502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4710D-6059-4467-96BF-2F96A93CB7E5}">
      <dsp:nvSpPr>
        <dsp:cNvPr id="0" name=""/>
        <dsp:cNvSpPr/>
      </dsp:nvSpPr>
      <dsp:spPr>
        <a:xfrm>
          <a:off x="1057183" y="1805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Solar panel: Converts sunlight into DC. Your panel is rated ~5V / 1A — suitable for small charging tasks.</a:t>
          </a:r>
        </a:p>
      </dsp:txBody>
      <dsp:txXfrm>
        <a:off x="1057183" y="1805"/>
        <a:ext cx="9455678" cy="915310"/>
      </dsp:txXfrm>
    </dsp:sp>
    <dsp:sp modelId="{C667A5FD-7829-41C1-93DA-08E5BCB0B844}">
      <dsp:nvSpPr>
        <dsp:cNvPr id="0" name=""/>
        <dsp:cNvSpPr/>
      </dsp:nvSpPr>
      <dsp:spPr>
        <a:xfrm>
          <a:off x="0" y="1145944"/>
          <a:ext cx="10512862" cy="91531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927BD-819A-46F1-85F7-76AD2A4D101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9ED8C-8CB7-4530-92B5-4E8D90C05E20}">
      <dsp:nvSpPr>
        <dsp:cNvPr id="0" name=""/>
        <dsp:cNvSpPr/>
      </dsp:nvSpPr>
      <dsp:spPr>
        <a:xfrm>
          <a:off x="1057183" y="1145944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TP4056-based module: A CC/CV linear charger for batteries. Provides safe charging and usually includes ICs (DW01 + FS8205A).</a:t>
          </a:r>
        </a:p>
      </dsp:txBody>
      <dsp:txXfrm>
        <a:off x="1057183" y="1145944"/>
        <a:ext cx="9455678" cy="915310"/>
      </dsp:txXfrm>
    </dsp:sp>
    <dsp:sp modelId="{FACA3D49-8766-4C0A-9E2F-7831C4FCF070}">
      <dsp:nvSpPr>
        <dsp:cNvPr id="0" name=""/>
        <dsp:cNvSpPr/>
      </dsp:nvSpPr>
      <dsp:spPr>
        <a:xfrm>
          <a:off x="0" y="2290082"/>
          <a:ext cx="10512862" cy="91531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8BDF5-893C-4C49-A223-569E818C25C5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B3BEC-C5C1-43CD-9691-E5381004A307}">
      <dsp:nvSpPr>
        <dsp:cNvPr id="0" name=""/>
        <dsp:cNvSpPr/>
      </dsp:nvSpPr>
      <dsp:spPr>
        <a:xfrm>
          <a:off x="1057183" y="2290082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USB output: Standard interface to connect the phone. To guarantee stable 5V output, a boost (step-up) converter may be needed if using voltage.</a:t>
          </a:r>
        </a:p>
      </dsp:txBody>
      <dsp:txXfrm>
        <a:off x="1057183" y="2290082"/>
        <a:ext cx="9455678" cy="915310"/>
      </dsp:txXfrm>
    </dsp:sp>
    <dsp:sp modelId="{C64078F8-0ED2-41CF-B28C-917D39465C07}">
      <dsp:nvSpPr>
        <dsp:cNvPr id="0" name=""/>
        <dsp:cNvSpPr/>
      </dsp:nvSpPr>
      <dsp:spPr>
        <a:xfrm>
          <a:off x="0" y="3434221"/>
          <a:ext cx="10512862" cy="91531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D2516-2FEE-41AB-AB89-B478A3F05085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01AA3-FCF5-47F2-9C5D-7259E8989001}">
      <dsp:nvSpPr>
        <dsp:cNvPr id="0" name=""/>
        <dsp:cNvSpPr/>
      </dsp:nvSpPr>
      <dsp:spPr>
        <a:xfrm>
          <a:off x="1057183" y="3434221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Enclosure &amp; wiring: Keeps parts secure; use correct polarity and fuses for safety.</a:t>
          </a:r>
        </a:p>
      </dsp:txBody>
      <dsp:txXfrm>
        <a:off x="1057183" y="3434221"/>
        <a:ext cx="9455678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172F5-F8D2-40F8-8187-EBFD4E5FEFD9}">
      <dsp:nvSpPr>
        <dsp:cNvPr id="0" name=""/>
        <dsp:cNvSpPr/>
      </dsp:nvSpPr>
      <dsp:spPr>
        <a:xfrm>
          <a:off x="1439143" y="389796"/>
          <a:ext cx="1295792" cy="1295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B88A5-B378-4B2D-9BB6-A5C2CC7EBC94}">
      <dsp:nvSpPr>
        <dsp:cNvPr id="0" name=""/>
        <dsp:cNvSpPr/>
      </dsp:nvSpPr>
      <dsp:spPr>
        <a:xfrm>
          <a:off x="647270" y="2062706"/>
          <a:ext cx="28795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Advantages: Renewable, portable, low maintenance, useful in remote areas and emergencies.</a:t>
          </a:r>
        </a:p>
      </dsp:txBody>
      <dsp:txXfrm>
        <a:off x="647270" y="2062706"/>
        <a:ext cx="2879538" cy="720000"/>
      </dsp:txXfrm>
    </dsp:sp>
    <dsp:sp modelId="{BD4CD960-04E4-4AF8-9C9D-03D1B7C52F06}">
      <dsp:nvSpPr>
        <dsp:cNvPr id="0" name=""/>
        <dsp:cNvSpPr/>
      </dsp:nvSpPr>
      <dsp:spPr>
        <a:xfrm>
          <a:off x="4822600" y="389796"/>
          <a:ext cx="1295792" cy="1295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5290A-809A-4579-85E8-E840F870CD78}">
      <dsp:nvSpPr>
        <dsp:cNvPr id="0" name=""/>
        <dsp:cNvSpPr/>
      </dsp:nvSpPr>
      <dsp:spPr>
        <a:xfrm>
          <a:off x="4030727" y="2062706"/>
          <a:ext cx="28795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Limitations: Charging depends on sunlight; cloudy days reduce performance. TP4056 doesn't provide 5V boost by itself.</a:t>
          </a:r>
        </a:p>
      </dsp:txBody>
      <dsp:txXfrm>
        <a:off x="4030727" y="2062706"/>
        <a:ext cx="2879538" cy="720000"/>
      </dsp:txXfrm>
    </dsp:sp>
    <dsp:sp modelId="{2AD71389-F3B7-430D-AF56-5DCB3C7AE3BC}">
      <dsp:nvSpPr>
        <dsp:cNvPr id="0" name=""/>
        <dsp:cNvSpPr/>
      </dsp:nvSpPr>
      <dsp:spPr>
        <a:xfrm>
          <a:off x="3130871" y="3502590"/>
          <a:ext cx="1295792" cy="1295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8A3D5-2449-4F10-B953-862D7025FC43}">
      <dsp:nvSpPr>
        <dsp:cNvPr id="0" name=""/>
        <dsp:cNvSpPr/>
      </dsp:nvSpPr>
      <dsp:spPr>
        <a:xfrm>
          <a:off x="2338999" y="5175500"/>
          <a:ext cx="28795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Suggestion: For reliable phone charging, include a + a 5V boost converter.</a:t>
          </a:r>
        </a:p>
      </dsp:txBody>
      <dsp:txXfrm>
        <a:off x="2338999" y="5175500"/>
        <a:ext cx="287953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520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6000" y="673244"/>
            <a:ext cx="10039545" cy="785858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dirty="0">
                <a:solidFill>
                  <a:schemeClr val="tx2"/>
                </a:solidFill>
              </a:rPr>
              <a:t>MOBILE PHONE CHARGER USING SOLAR PANEL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1" y="-5977"/>
            <a:ext cx="6237049" cy="6863979"/>
            <a:chOff x="305" y="-5977"/>
            <a:chExt cx="6238675" cy="686397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8BA1CFB-C693-DBA5-6510-9627144600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2798" y="2939014"/>
            <a:ext cx="535274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 by: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MANOJ R M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THAARUN AAKASH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NAVEEN 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the Guidance of: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sz="1800" dirty="0">
                <a:solidFill>
                  <a:schemeClr val="tx1"/>
                </a:solidFill>
              </a:rPr>
              <a:t>Mr. K. ANBUTHIRUVARANGAN 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of Computer Science and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Manakula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Vinayagar Engineering College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Madagadipet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Puducherry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Year: 2026–2027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96679-1D56-F7B2-09F2-8BDEF0C95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99" y="1998483"/>
            <a:ext cx="4280964" cy="3766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28711" y="490882"/>
            <a:ext cx="2987899" cy="2987121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3426" y="479493"/>
            <a:ext cx="5457417" cy="1325563"/>
          </a:xfrm>
        </p:spPr>
        <p:txBody>
          <a:bodyPr>
            <a:normAutofit/>
          </a:bodyPr>
          <a:lstStyle/>
          <a:p>
            <a:r>
              <a:rPr lang="en-US"/>
              <a:t>Objective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166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FCE58-8BA9-E772-2DF1-1C8AA20F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822" y="673585"/>
            <a:ext cx="3408251" cy="49183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3426" y="1984443"/>
            <a:ext cx="5457417" cy="4192520"/>
          </a:xfrm>
        </p:spPr>
        <p:txBody>
          <a:bodyPr>
            <a:normAutofit/>
          </a:bodyPr>
          <a:lstStyle/>
          <a:p>
            <a:r>
              <a:rPr lang="en-US"/>
              <a:t>To design and build a portable solar-powered mobile charger that uses a 5V, 1A solar panel and a TP4056-based regulator module  and provide USB charging for mobile phones during daytime.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269" y="1070800"/>
            <a:ext cx="3938662" cy="5583126"/>
          </a:xfrm>
        </p:spPr>
        <p:txBody>
          <a:bodyPr>
            <a:normAutofit/>
          </a:bodyPr>
          <a:lstStyle/>
          <a:p>
            <a:pPr algn="r"/>
            <a:r>
              <a:rPr lang="en-IN" sz="5500"/>
              <a:t>Components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6821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8529E6B8-4498-A9AF-C552-DD9A7ED800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934277"/>
              </p:ext>
            </p:extLst>
          </p:nvPr>
        </p:nvGraphicFramePr>
        <p:xfrm>
          <a:off x="5107204" y="1070800"/>
          <a:ext cx="624363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olar panel with text&#10;&#10;AI-generated content may be incorrect.">
            <a:extLst>
              <a:ext uri="{FF2B5EF4-FFF2-40B4-BE49-F238E27FC236}">
                <a16:creationId xmlns:a16="http://schemas.microsoft.com/office/drawing/2014/main" id="{82F3F847-2830-1458-9523-96FE0A4367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16" b="9419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IN"/>
              <a:t>Component Explanations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9E5595C-840E-3378-AF28-2C8B9FADF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93705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0D67-9E9B-4A7D-17D2-F85D62F4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295" y="512020"/>
            <a:ext cx="8229600" cy="1143000"/>
          </a:xfrm>
        </p:spPr>
        <p:txBody>
          <a:bodyPr/>
          <a:lstStyle/>
          <a:p>
            <a:r>
              <a:rPr lang="en-US" b="1" dirty="0"/>
              <a:t>SOLAR PANEL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C15E1A-342C-080D-E96B-46D9ACD48A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88816" y="2038996"/>
            <a:ext cx="720207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Panel (PV Module)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component: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Solar panel used in the Solar Powered Mobile Phone Charger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sunlight into DC electrical energy through the photovoltaic effect.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DC voltage when exposed to sunlight.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Supplies the electrical energy required by the voltage regulation/DC-DC conversion module for mobile phone charging.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depends on sunlight intensity, panel orientation, and the panel's rated specifications.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64585-0D72-68AC-B3E8-718A3016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0" y="1874123"/>
            <a:ext cx="4385838" cy="346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3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28711" y="490882"/>
            <a:ext cx="2987899" cy="2987121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3426" y="479493"/>
            <a:ext cx="5457417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              REGULATOR (MODULE) DETAILS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166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E88C9-35B6-DC12-2BF0-CF8FD9674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8" y="1750092"/>
            <a:ext cx="4776137" cy="318807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3426" y="1984443"/>
            <a:ext cx="5457417" cy="4192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Identified regulator: From the photo the small blue board shows markings like B+/B- and OUT+/OUT- — this is a TP4056-based Li‑ion charging module (common inexpensive charger).</a:t>
            </a:r>
          </a:p>
          <a:p>
            <a:pPr>
              <a:lnSpc>
                <a:spcPct val="90000"/>
              </a:lnSpc>
            </a:pPr>
            <a:r>
              <a:rPr lang="en-US" sz="2500" dirty="0"/>
              <a:t>Features: Constant-Current / Constant-Voltage (CC/CV) charging</a:t>
            </a:r>
          </a:p>
          <a:p>
            <a:pPr>
              <a:lnSpc>
                <a:spcPct val="90000"/>
              </a:lnSpc>
            </a:pPr>
            <a:r>
              <a:rPr lang="en-US" sz="2500" dirty="0"/>
              <a:t>Role: Takes the 5V input from the solar panel and safely charges the  while protecting against overcharge/discharge.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E5A3-45BE-23B7-8323-AD8124AE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ARCHITECTURE DIAGRAM</a:t>
            </a:r>
            <a:endParaRPr lang="en-IN" sz="40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BDB1CC-7A5E-82F8-DF57-D7DDFEDFF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509" y="1545996"/>
            <a:ext cx="9620463" cy="481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1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36" y="638481"/>
            <a:ext cx="4102023" cy="1800165"/>
          </a:xfrm>
        </p:spPr>
        <p:txBody>
          <a:bodyPr anchor="t">
            <a:normAutofit/>
          </a:bodyPr>
          <a:lstStyle/>
          <a:p>
            <a:pPr algn="r"/>
            <a:r>
              <a:rPr lang="en-IN" sz="4000" b="1" dirty="0"/>
              <a:t>Working Principle: </a:t>
            </a:r>
          </a:p>
        </p:txBody>
      </p:sp>
      <p:pic>
        <p:nvPicPr>
          <p:cNvPr id="5" name="Picture 4" descr="A diagram of a cell phone&#10;&#10;AI-generated content may be incorrect.">
            <a:extLst>
              <a:ext uri="{FF2B5EF4-FFF2-40B4-BE49-F238E27FC236}">
                <a16:creationId xmlns:a16="http://schemas.microsoft.com/office/drawing/2014/main" id="{8B0CFAD1-B4E6-7E0E-2E1A-601FC5657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76" b="31417"/>
          <a:stretch>
            <a:fillRect/>
          </a:stretch>
        </p:blipFill>
        <p:spPr>
          <a:xfrm>
            <a:off x="895546" y="1538563"/>
            <a:ext cx="9478025" cy="237392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5048" y="4230094"/>
            <a:ext cx="6233644" cy="1800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600"/>
              <a:t>1) Sunlight → Solar panel (5V/1A) produces DC power.</a:t>
            </a:r>
          </a:p>
          <a:p>
            <a:pPr>
              <a:lnSpc>
                <a:spcPct val="90000"/>
              </a:lnSpc>
            </a:pPr>
            <a:r>
              <a:rPr lang="en-IN" sz="1600"/>
              <a:t>2) Solar output → TP4056 charger/regulator (controls current/voltage) </a:t>
            </a:r>
          </a:p>
          <a:p>
            <a:pPr>
              <a:lnSpc>
                <a:spcPct val="90000"/>
              </a:lnSpc>
            </a:pPr>
            <a:r>
              <a:rPr lang="en-IN" sz="1600"/>
              <a:t>3) / panel → USB output (with optional boost converter) → Mobile phone (5V USB).</a:t>
            </a:r>
          </a:p>
          <a:p>
            <a:pPr>
              <a:lnSpc>
                <a:spcPct val="90000"/>
              </a:lnSpc>
            </a:pPr>
            <a:r>
              <a:rPr lang="en-IN" sz="1600"/>
              <a:t>Note: TP4056 is a charger, not a boost converter. For stable 5V USB output from a , add a step-up (boost) module.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88823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3186" y="6406115"/>
            <a:ext cx="4075637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1E89-E160-A564-DB20-3FDB15F7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FUTURE</a:t>
            </a:r>
            <a:r>
              <a:rPr lang="en-US" sz="4000" dirty="0"/>
              <a:t> </a:t>
            </a:r>
            <a:r>
              <a:rPr lang="en-US" sz="4000" b="1" dirty="0"/>
              <a:t>ENHANCEMENT</a:t>
            </a: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AA819-F302-36FE-C651-9C753B27D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376" y="1587321"/>
            <a:ext cx="3017308" cy="4525963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A6FAD57-7D75-CCD6-6818-DF7A0442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981" y="1505049"/>
            <a:ext cx="656477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Solar Powered Mobile Phone Charger can be enhanced in the future to improve its efficiency, reliability, and practical usability. The following enhancements can be considered: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rechargeable battery can be incorporated to store excess solar energy for charging when sunlight is unavailable.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Power Regulation: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efficient voltage regulation circuit can be used to provide a more stable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Higher-Efficiency Solar Panel: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more efficient solar panel can improve energy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Charging Protection: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Suitable protection circuits can be added to protect the system against overvoltage and excessive current.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Portable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can be developed into a compact and lightweight charging device.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Voltage and current monitoring can be introduced to observe the system's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5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7" y="-2"/>
            <a:ext cx="3467331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325534" y="1947672"/>
            <a:ext cx="5960334" cy="2788920"/>
          </a:xfrm>
        </p:spPr>
        <p:txBody>
          <a:bodyPr anchor="ctr">
            <a:normAutofit/>
          </a:bodyPr>
          <a:lstStyle/>
          <a:p>
            <a:pPr algn="l"/>
            <a:r>
              <a:rPr lang="en-IN" sz="4800">
                <a:solidFill>
                  <a:schemeClr val="bg1"/>
                </a:solidFill>
              </a:rPr>
              <a:t>Advantages &amp;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1693D-464C-5CF1-BE3F-7B023F37B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412951"/>
              </p:ext>
            </p:extLst>
          </p:nvPr>
        </p:nvGraphicFramePr>
        <p:xfrm>
          <a:off x="3793307" y="288758"/>
          <a:ext cx="7557536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2517" y="802955"/>
            <a:ext cx="4976680" cy="1454051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Conclusion</a:t>
            </a:r>
          </a:p>
        </p:txBody>
      </p:sp>
      <p:pic>
        <p:nvPicPr>
          <p:cNvPr id="7" name="Graphic 6" descr="Battery Charging">
            <a:extLst>
              <a:ext uri="{FF2B5EF4-FFF2-40B4-BE49-F238E27FC236}">
                <a16:creationId xmlns:a16="http://schemas.microsoft.com/office/drawing/2014/main" id="{01BBD5AA-2AF7-F8F9-4E68-62E701BBB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300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8987" y="2421682"/>
            <a:ext cx="4976282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Conclusion: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A compact and practical project demonstrating solar energy for everyday charging. Safe charging requires proper  management and a stable 5V output for phones.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4" y="52996"/>
            <a:ext cx="59270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58</TotalTime>
  <Words>658</Words>
  <Application>Microsoft Office PowerPoint</Application>
  <PresentationFormat>Custom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MOBILE PHONE CHARGER USING SOLAR PANEL</vt:lpstr>
      <vt:lpstr>Objective</vt:lpstr>
      <vt:lpstr>Components</vt:lpstr>
      <vt:lpstr>Component Explanations</vt:lpstr>
      <vt:lpstr>SOLAR PANEL</vt:lpstr>
      <vt:lpstr>              REGULATOR (MODULE) DETAILS</vt:lpstr>
      <vt:lpstr>ARCHITECTURE DIAGRAM</vt:lpstr>
      <vt:lpstr>Working Principle: </vt:lpstr>
      <vt:lpstr>FUTURE ENHANCEMENT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Phone Charger Using Solar Panel</dc:title>
  <dc:subject/>
  <dc:creator>Dell</dc:creator>
  <cp:keywords/>
  <dc:description>generated using python-pptx</dc:description>
  <cp:lastModifiedBy>MANOJ R M</cp:lastModifiedBy>
  <cp:revision>9</cp:revision>
  <dcterms:created xsi:type="dcterms:W3CDTF">2013-01-27T09:14:16Z</dcterms:created>
  <dcterms:modified xsi:type="dcterms:W3CDTF">2026-10-09T03:52:57Z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db9a13-1863-41b3-8b22-1d13cfb78409_Enabled">
    <vt:lpwstr>true</vt:lpwstr>
  </property>
  <property fmtid="{D5CDD505-2E9C-101B-9397-08002B2CF9AE}" pid="3" name="MSIP_Label_c8db9a13-1863-41b3-8b22-1d13cfb78409_SetDate">
    <vt:lpwstr>2025-09-18T16:00:49Z</vt:lpwstr>
  </property>
  <property fmtid="{D5CDD505-2E9C-101B-9397-08002B2CF9AE}" pid="4" name="MSIP_Label_c8db9a13-1863-41b3-8b22-1d13cfb78409_Method">
    <vt:lpwstr>Privileged</vt:lpwstr>
  </property>
  <property fmtid="{D5CDD505-2E9C-101B-9397-08002B2CF9AE}" pid="5" name="MSIP_Label_c8db9a13-1863-41b3-8b22-1d13cfb78409_Name">
    <vt:lpwstr>Confidential</vt:lpwstr>
  </property>
  <property fmtid="{D5CDD505-2E9C-101B-9397-08002B2CF9AE}" pid="6" name="MSIP_Label_c8db9a13-1863-41b3-8b22-1d13cfb78409_SiteId">
    <vt:lpwstr>8d894c2b-238f-490b-8dd1-d93898c5bf83</vt:lpwstr>
  </property>
  <property fmtid="{D5CDD505-2E9C-101B-9397-08002B2CF9AE}" pid="7" name="MSIP_Label_c8db9a13-1863-41b3-8b22-1d13cfb78409_ActionId">
    <vt:lpwstr>961c7218-beae-4a9c-8dd0-2d5a33a96556</vt:lpwstr>
  </property>
  <property fmtid="{D5CDD505-2E9C-101B-9397-08002B2CF9AE}" pid="8" name="MSIP_Label_c8db9a13-1863-41b3-8b22-1d13cfb78409_ContentBits">
    <vt:lpwstr>0</vt:lpwstr>
  </property>
  <property fmtid="{D5CDD505-2E9C-101B-9397-08002B2CF9AE}" pid="9" name="MSIP_Label_c8db9a13-1863-41b3-8b22-1d13cfb78409_Tag">
    <vt:lpwstr>10, 0, 1, 1</vt:lpwstr>
  </property>
</Properties>
</file>